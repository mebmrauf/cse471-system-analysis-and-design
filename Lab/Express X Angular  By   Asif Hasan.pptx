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oboto"/>
      <p:regular r:id="rId41"/>
      <p:bold r:id="rId42"/>
      <p:italic r:id="rId43"/>
      <p:boldItalic r:id="rId44"/>
    </p:embeddedFont>
    <p:embeddedFont>
      <p:font typeface="Nunit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-italic.fntdata"/><Relationship Id="rId24" Type="http://schemas.openxmlformats.org/officeDocument/2006/relationships/slide" Target="slides/slide19.xml"/><Relationship Id="rId46" Type="http://schemas.openxmlformats.org/officeDocument/2006/relationships/font" Target="fonts/Nunito-bold.fntdata"/><Relationship Id="rId23" Type="http://schemas.openxmlformats.org/officeDocument/2006/relationships/slide" Target="slides/slide18.xml"/><Relationship Id="rId45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Nunito-boldItalic.fntdata"/><Relationship Id="rId25" Type="http://schemas.openxmlformats.org/officeDocument/2006/relationships/slide" Target="slides/slide20.xml"/><Relationship Id="rId47" Type="http://schemas.openxmlformats.org/officeDocument/2006/relationships/font" Target="fonts/Nunit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b9f7e72ea5_0_1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b9f7e72ea5_0_1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b9f7e72ea5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b9f7e72ea5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b9f7e72ea5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b9f7e72ea5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b9f7e72ea5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b9f7e72ea5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b9f7e72ea5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b9f7e72ea5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b9f7e72ea5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b9f7e72ea5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b9f7e72ea5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b9f7e72ea5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b9f7e72ea5_0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b9f7e72ea5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b9f7e72ea5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b9f7e72ea5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b9f7e72ea5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b9f7e72ea5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b9f7e72ea5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b9f7e72ea5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b9f7e72ea5_0_1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b9f7e72ea5_0_1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b9f7e72ea5_0_1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b9f7e72ea5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b9f7e72ea5_0_1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b9f7e72ea5_0_1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b9f7e72ea5_0_1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b9f7e72ea5_0_1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4de51c331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74de51c331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b9f7e72ea5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b9f7e72ea5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b9f7e72ea5_0_1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b9f7e72ea5_0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b9f7e72ea5_0_1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b9f7e72ea5_0_1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b9f7e72ea5_0_1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b9f7e72ea5_0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b9f7e72ea5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b9f7e72ea5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b9f7e72ea5_0_1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b9f7e72ea5_0_1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b9f7e72ea5_0_1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b9f7e72ea5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b9f7e72ea5_0_1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b9f7e72ea5_0_1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b9f7e72ea5_0_1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b9f7e72ea5_0_1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b9f7e72ea5_0_1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b9f7e72ea5_0_1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9f7e72ea5_0_1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b9f7e72ea5_0_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b9f7e72ea5_0_1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b9f7e72ea5_0_1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b9f7e72ea5_0_1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b9f7e72ea5_0_1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b9f7e72ea5_0_1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b9f7e72ea5_0_1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17d39b2ef6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17d39b2ef6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7d39b2ef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17d39b2ef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7d39b2ef6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7d39b2ef6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17d39b2ef6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17d39b2ef6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png"/><Relationship Id="rId4" Type="http://schemas.openxmlformats.org/officeDocument/2006/relationships/image" Target="../media/image3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</a:rPr>
              <a:t>Express </a:t>
            </a:r>
            <a:r>
              <a:rPr b="1" lang="en">
                <a:solidFill>
                  <a:srgbClr val="9900FF"/>
                </a:solidFill>
              </a:rPr>
              <a:t>X</a:t>
            </a:r>
            <a:r>
              <a:rPr b="1" lang="en"/>
              <a:t> </a:t>
            </a:r>
            <a:r>
              <a:rPr b="1" lang="en">
                <a:solidFill>
                  <a:srgbClr val="CC0000"/>
                </a:solidFill>
              </a:rPr>
              <a:t>Angular 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6"/>
              <a:t>By</a:t>
            </a:r>
            <a:endParaRPr sz="2356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                      Asif Hasan 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2290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Initial</a:t>
            </a:r>
            <a:r>
              <a:rPr b="1" lang="en"/>
              <a:t> Environment Setup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925" y="229825"/>
            <a:ext cx="3135125" cy="4683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/>
          <p:nvPr/>
        </p:nvSpPr>
        <p:spPr>
          <a:xfrm>
            <a:off x="-1093800" y="846175"/>
            <a:ext cx="1386900" cy="924600"/>
          </a:xfrm>
          <a:prstGeom prst="wedgeRectCallout">
            <a:avLst>
              <a:gd fmla="val 107803" name="adj1"/>
              <a:gd fmla="val 3594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Go to CMD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3050" y="229825"/>
            <a:ext cx="3819525" cy="180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/>
          <p:nvPr/>
        </p:nvSpPr>
        <p:spPr>
          <a:xfrm>
            <a:off x="4158750" y="932925"/>
            <a:ext cx="1386900" cy="924600"/>
          </a:xfrm>
          <a:prstGeom prst="wedgeRectCallout">
            <a:avLst>
              <a:gd fmla="val 115068" name="adj1"/>
              <a:gd fmla="val -7813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Check node version using node -v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4158750" y="2030925"/>
            <a:ext cx="4557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If node -v is not showing then download and install node.js</a:t>
            </a:r>
            <a:endParaRPr b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5450" y="2568225"/>
            <a:ext cx="4089813" cy="242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/>
          <p:nvPr/>
        </p:nvSpPr>
        <p:spPr>
          <a:xfrm>
            <a:off x="4245450" y="3816025"/>
            <a:ext cx="1386900" cy="924600"/>
          </a:xfrm>
          <a:prstGeom prst="wedgeRectCallout">
            <a:avLst>
              <a:gd fmla="val 146319" name="adj1"/>
              <a:gd fmla="val 2570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Make a new folder then go to that folder and open CMD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0" y="249025"/>
            <a:ext cx="5010549" cy="467775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/>
          <p:nvPr/>
        </p:nvSpPr>
        <p:spPr>
          <a:xfrm>
            <a:off x="3335200" y="1019625"/>
            <a:ext cx="1624800" cy="1040100"/>
          </a:xfrm>
          <a:prstGeom prst="wedgeRectCallout">
            <a:avLst>
              <a:gd fmla="val -116288" name="adj1"/>
              <a:gd fmla="val -1111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Write </a:t>
            </a:r>
            <a:r>
              <a:rPr b="1" lang="en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npm -y init </a:t>
            </a:r>
            <a:br>
              <a:rPr b="1" lang="en">
                <a:latin typeface="Calibri"/>
                <a:ea typeface="Calibri"/>
                <a:cs typeface="Calibri"/>
                <a:sym typeface="Calibri"/>
              </a:rPr>
            </a:br>
            <a:r>
              <a:rPr b="1" lang="en">
                <a:latin typeface="Calibri"/>
                <a:ea typeface="Calibri"/>
                <a:cs typeface="Calibri"/>
                <a:sym typeface="Calibri"/>
              </a:rPr>
              <a:t>It will give initial dependencies for the express project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8849" y="249025"/>
            <a:ext cx="3720351" cy="230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/>
          <p:nvPr/>
        </p:nvSpPr>
        <p:spPr>
          <a:xfrm>
            <a:off x="7041800" y="1316500"/>
            <a:ext cx="1624800" cy="1040100"/>
          </a:xfrm>
          <a:prstGeom prst="wedgeRectCallout">
            <a:avLst>
              <a:gd fmla="val -87431" name="adj1"/>
              <a:gd fmla="val 3118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Write </a:t>
            </a:r>
            <a:r>
              <a:rPr b="1" lang="en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code . </a:t>
            </a: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will open the project file in IDE vsCode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8849" y="2550825"/>
            <a:ext cx="3720350" cy="180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/>
          <p:nvPr/>
        </p:nvSpPr>
        <p:spPr>
          <a:xfrm>
            <a:off x="2947200" y="3655525"/>
            <a:ext cx="1624800" cy="1040100"/>
          </a:xfrm>
          <a:prstGeom prst="wedgeRectCallout">
            <a:avLst>
              <a:gd fmla="val 137009" name="adj1"/>
              <a:gd fmla="val -4089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Write down this will complete express js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8850" y="4267250"/>
            <a:ext cx="3720350" cy="65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/>
          <p:nvPr/>
        </p:nvSpPr>
        <p:spPr>
          <a:xfrm>
            <a:off x="7275100" y="2571750"/>
            <a:ext cx="1624800" cy="1040100"/>
          </a:xfrm>
          <a:prstGeom prst="wedgeRectCallout">
            <a:avLst>
              <a:gd fmla="val -36877" name="adj1"/>
              <a:gd fmla="val 10775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Write down this for making database query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-10108" t="0"/>
          <a:stretch/>
        </p:blipFill>
        <p:spPr>
          <a:xfrm>
            <a:off x="179475" y="218875"/>
            <a:ext cx="4924924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/>
          <p:nvPr/>
        </p:nvSpPr>
        <p:spPr>
          <a:xfrm>
            <a:off x="2664625" y="664775"/>
            <a:ext cx="2153100" cy="1040100"/>
          </a:xfrm>
          <a:prstGeom prst="wedgeRectCallout">
            <a:avLst>
              <a:gd fmla="val -86326" name="adj1"/>
              <a:gd fmla="val 6745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Current situation of the project folder and go to </a:t>
            </a:r>
            <a:r>
              <a:rPr b="1" lang="en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package.json</a:t>
            </a:r>
            <a:endParaRPr b="1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2324" y="218875"/>
            <a:ext cx="3734800" cy="445048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/>
          <p:nvPr/>
        </p:nvSpPr>
        <p:spPr>
          <a:xfrm>
            <a:off x="7093650" y="2767388"/>
            <a:ext cx="2153100" cy="1040100"/>
          </a:xfrm>
          <a:prstGeom prst="wedgeRectCallout">
            <a:avLst>
              <a:gd fmla="val -72235" name="adj1"/>
              <a:gd fmla="val -6728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Create new file name like db.js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60950"/>
            <a:ext cx="5910324" cy="298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/>
          <p:nvPr/>
        </p:nvSpPr>
        <p:spPr>
          <a:xfrm>
            <a:off x="0" y="3807500"/>
            <a:ext cx="2153100" cy="1040100"/>
          </a:xfrm>
          <a:prstGeom prst="wedgeRectCallout">
            <a:avLst>
              <a:gd fmla="val 62931" name="adj1"/>
              <a:gd fmla="val -944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“type:”module, </a:t>
            </a:r>
            <a:br>
              <a:rPr b="1" lang="en">
                <a:latin typeface="Calibri"/>
                <a:ea typeface="Calibri"/>
                <a:cs typeface="Calibri"/>
                <a:sym typeface="Calibri"/>
              </a:rPr>
            </a:br>
            <a:r>
              <a:rPr b="1" lang="en">
                <a:latin typeface="Calibri"/>
                <a:ea typeface="Calibri"/>
                <a:cs typeface="Calibri"/>
                <a:sym typeface="Calibri"/>
              </a:rPr>
              <a:t>Add this will Allow import library to different js files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015751" cy="4819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/>
          <p:nvPr/>
        </p:nvSpPr>
        <p:spPr>
          <a:xfrm>
            <a:off x="6057250" y="1741275"/>
            <a:ext cx="2153100" cy="1040100"/>
          </a:xfrm>
          <a:prstGeom prst="wedgeRectCallout">
            <a:avLst>
              <a:gd fmla="val -100965" name="adj1"/>
              <a:gd fmla="val -8188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You can use IDE terminal to make command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819150" y="2290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Initial Express JS Setup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" y="0"/>
            <a:ext cx="407741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/>
          <p:nvPr/>
        </p:nvSpPr>
        <p:spPr>
          <a:xfrm>
            <a:off x="0" y="2694675"/>
            <a:ext cx="2258100" cy="1040100"/>
          </a:xfrm>
          <a:prstGeom prst="wedgeRectCallout">
            <a:avLst>
              <a:gd fmla="val 24409" name="adj1"/>
              <a:gd fmla="val -14159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Now create Another js file to create API endpoint that can be called from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Client Side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/Angular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1727950" y="289125"/>
            <a:ext cx="2258100" cy="1040100"/>
          </a:xfrm>
          <a:prstGeom prst="wedgeRectCallout">
            <a:avLst>
              <a:gd fmla="val 70734" name="adj1"/>
              <a:gd fmla="val -3255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Import express to create object of express 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6048" y="176700"/>
            <a:ext cx="4874850" cy="13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1727950" y="289125"/>
            <a:ext cx="2258100" cy="1040100"/>
          </a:xfrm>
          <a:prstGeom prst="wedgeRectCallout">
            <a:avLst>
              <a:gd fmla="val 77772" name="adj1"/>
              <a:gd fmla="val 3550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Import express to create object of express 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6683625" y="1800200"/>
            <a:ext cx="2258100" cy="1040100"/>
          </a:xfrm>
          <a:prstGeom prst="wedgeRectCallout">
            <a:avLst>
              <a:gd fmla="val -927" name="adj1"/>
              <a:gd fmla="val -13199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Import db.js file as dbModule to Access the CRUD methods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727950" y="289125"/>
            <a:ext cx="2258100" cy="1040100"/>
          </a:xfrm>
          <a:prstGeom prst="wedgeRectCallout">
            <a:avLst>
              <a:gd fmla="val 75852" name="adj1"/>
              <a:gd fmla="val -2422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Import express to create object of express 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5588" y="3657600"/>
            <a:ext cx="5315776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/>
          <p:nvPr/>
        </p:nvSpPr>
        <p:spPr>
          <a:xfrm>
            <a:off x="4077400" y="2420175"/>
            <a:ext cx="2258100" cy="1040100"/>
          </a:xfrm>
          <a:prstGeom prst="wedgeRectCallout">
            <a:avLst>
              <a:gd fmla="val 2086" name="adj1"/>
              <a:gd fmla="val 7225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The port number is necessary to make the server Available for end users to Access.</a:t>
            </a:r>
            <a:br>
              <a:rPr b="1" lang="en">
                <a:latin typeface="Calibri"/>
                <a:ea typeface="Calibri"/>
                <a:cs typeface="Calibri"/>
                <a:sym typeface="Calibri"/>
              </a:rPr>
            </a:b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6683625" y="3088850"/>
            <a:ext cx="2258100" cy="1040100"/>
          </a:xfrm>
          <a:prstGeom prst="wedgeRectCallout">
            <a:avLst>
              <a:gd fmla="val -94343" name="adj1"/>
              <a:gd fmla="val 6220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app.listen() will Active the site on the port no 8200 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type="title"/>
          </p:nvPr>
        </p:nvSpPr>
        <p:spPr>
          <a:xfrm>
            <a:off x="819150" y="2290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Initial DB Connection Establish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436"/>
            <a:ext cx="9144000" cy="495662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/>
          <p:nvPr/>
        </p:nvSpPr>
        <p:spPr>
          <a:xfrm>
            <a:off x="295175" y="1410125"/>
            <a:ext cx="2153100" cy="1040100"/>
          </a:xfrm>
          <a:prstGeom prst="wedgeRectCallout">
            <a:avLst>
              <a:gd fmla="val 94852" name="adj1"/>
              <a:gd fmla="val -7643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Import the pre-installed sql 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library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 to make the sql query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616875" y="2710050"/>
            <a:ext cx="2153100" cy="1040100"/>
          </a:xfrm>
          <a:prstGeom prst="wedgeRectCallout">
            <a:avLst>
              <a:gd fmla="val 89305" name="adj1"/>
              <a:gd fmla="val -10001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Provide all database information to establish connection with mysql database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6057250" y="1741275"/>
            <a:ext cx="2153100" cy="1040100"/>
          </a:xfrm>
          <a:prstGeom prst="wedgeRectCallout">
            <a:avLst>
              <a:gd fmla="val -80833" name="adj1"/>
              <a:gd fmla="val 5841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Async and Await used together to make basic select query to 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Achieve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 Asynchronous behaviour of js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1295925" y="4009975"/>
            <a:ext cx="2153100" cy="1040100"/>
          </a:xfrm>
          <a:prstGeom prst="wedgeRectCallout">
            <a:avLst>
              <a:gd fmla="val 61122" name="adj1"/>
              <a:gd fmla="val -13748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export 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keyword allows the function to be imported/called in other files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761" y="0"/>
            <a:ext cx="520337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/>
          <p:nvPr/>
        </p:nvSpPr>
        <p:spPr>
          <a:xfrm>
            <a:off x="0" y="2694675"/>
            <a:ext cx="1767000" cy="1040100"/>
          </a:xfrm>
          <a:prstGeom prst="wedgeRectCallout">
            <a:avLst>
              <a:gd fmla="val 79430" name="adj1"/>
              <a:gd fmla="val 286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Run this now fetching All information from db. The method we called is getDetails()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8875" y="65725"/>
            <a:ext cx="38951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/>
          <p:nvPr/>
        </p:nvSpPr>
        <p:spPr>
          <a:xfrm>
            <a:off x="6957425" y="578725"/>
            <a:ext cx="1767000" cy="1040100"/>
          </a:xfrm>
          <a:prstGeom prst="wedgeRectCallout">
            <a:avLst>
              <a:gd fmla="val 2122" name="adj1"/>
              <a:gd fmla="val 9101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Checking it from mysql db 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type="title"/>
          </p:nvPr>
        </p:nvSpPr>
        <p:spPr>
          <a:xfrm>
            <a:off x="819150" y="2290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Now create EndPoint &amp; Access Data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>
            <p:ph type="title"/>
          </p:nvPr>
        </p:nvSpPr>
        <p:spPr>
          <a:xfrm>
            <a:off x="819150" y="4988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 / Post Request</a:t>
            </a:r>
            <a:endParaRPr b="1"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600" y="1345658"/>
            <a:ext cx="7505701" cy="3552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494500" cy="4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4425" y="0"/>
            <a:ext cx="50236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/>
          <p:nvPr/>
        </p:nvSpPr>
        <p:spPr>
          <a:xfrm>
            <a:off x="3038325" y="802850"/>
            <a:ext cx="2557200" cy="1040100"/>
          </a:xfrm>
          <a:prstGeom prst="wedgeRectCallout">
            <a:avLst>
              <a:gd fmla="val -72599" name="adj1"/>
              <a:gd fmla="val -5833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App.get is for get Request. The dbModule.getDetails() will call the database module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 txBox="1"/>
          <p:nvPr>
            <p:ph type="title"/>
          </p:nvPr>
        </p:nvSpPr>
        <p:spPr>
          <a:xfrm>
            <a:off x="891375" y="2532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Setup CORS Policy for Communication between UI &amp; backend</a:t>
            </a:r>
            <a:endParaRPr b="1"/>
          </a:p>
        </p:txBody>
      </p:sp>
      <p:pic>
        <p:nvPicPr>
          <p:cNvPr id="248" name="Google Shape;2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975" y="1207813"/>
            <a:ext cx="6486525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25" y="195425"/>
            <a:ext cx="55816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425" y="1433675"/>
            <a:ext cx="5461675" cy="361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8"/>
          <p:cNvSpPr/>
          <p:nvPr/>
        </p:nvSpPr>
        <p:spPr>
          <a:xfrm>
            <a:off x="3038325" y="802850"/>
            <a:ext cx="2557200" cy="1040100"/>
          </a:xfrm>
          <a:prstGeom prst="wedgeRectCallout">
            <a:avLst>
              <a:gd fmla="val -72599" name="adj1"/>
              <a:gd fmla="val -5833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Run this command to setup cors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2975550" y="2111100"/>
            <a:ext cx="2071200" cy="598800"/>
          </a:xfrm>
          <a:prstGeom prst="wedgeRectCallout">
            <a:avLst>
              <a:gd fmla="val -93309" name="adj1"/>
              <a:gd fmla="val -799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Import the cors libary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8"/>
          <p:cNvSpPr/>
          <p:nvPr/>
        </p:nvSpPr>
        <p:spPr>
          <a:xfrm>
            <a:off x="2766750" y="3130375"/>
            <a:ext cx="2071200" cy="598800"/>
          </a:xfrm>
          <a:prstGeom prst="wedgeRectCallout">
            <a:avLst>
              <a:gd fmla="val -93309" name="adj1"/>
              <a:gd fmla="val -799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Create obj of cors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8"/>
          <p:cNvSpPr/>
          <p:nvPr/>
        </p:nvSpPr>
        <p:spPr>
          <a:xfrm>
            <a:off x="2124500" y="3947350"/>
            <a:ext cx="2071200" cy="598800"/>
          </a:xfrm>
          <a:prstGeom prst="wedgeRectCallout">
            <a:avLst>
              <a:gd fmla="val -93309" name="adj1"/>
              <a:gd fmla="val -799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Use the cors policy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542925"/>
            <a:ext cx="8515350" cy="40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 txBox="1"/>
          <p:nvPr>
            <p:ph type="title"/>
          </p:nvPr>
        </p:nvSpPr>
        <p:spPr>
          <a:xfrm>
            <a:off x="819150" y="2290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ANGULAR SETUP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4726"/>
            <a:ext cx="9143998" cy="4714047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1"/>
          <p:cNvSpPr/>
          <p:nvPr/>
        </p:nvSpPr>
        <p:spPr>
          <a:xfrm>
            <a:off x="6332475" y="2825575"/>
            <a:ext cx="2557200" cy="1040100"/>
          </a:xfrm>
          <a:prstGeom prst="wedgeRectCallout">
            <a:avLst>
              <a:gd fmla="val -91244" name="adj1"/>
              <a:gd fmla="val 6529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Again Just make a new folder 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opened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 CMD in that folder write down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npm install -g @angular/cli </a:t>
            </a:r>
            <a:endParaRPr b="1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7156" y="86675"/>
            <a:ext cx="595683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2"/>
          <p:cNvSpPr/>
          <p:nvPr/>
        </p:nvSpPr>
        <p:spPr>
          <a:xfrm>
            <a:off x="6404725" y="2363250"/>
            <a:ext cx="2557200" cy="1040100"/>
          </a:xfrm>
          <a:prstGeom prst="wedgeRectCallout">
            <a:avLst>
              <a:gd fmla="val 18929" name="adj1"/>
              <a:gd fmla="val -8056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Then type </a:t>
            </a:r>
            <a:r>
              <a:rPr b="1" lang="en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ng new ‘test-project’ </a:t>
            </a: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 create new project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2"/>
          <p:cNvSpPr/>
          <p:nvPr/>
        </p:nvSpPr>
        <p:spPr>
          <a:xfrm>
            <a:off x="5509050" y="3830425"/>
            <a:ext cx="2557200" cy="1040100"/>
          </a:xfrm>
          <a:prstGeom prst="wedgeRectCallout">
            <a:avLst>
              <a:gd fmla="val -80510" name="adj1"/>
              <a:gd fmla="val -83341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This is how the file structure looks after creating the project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1455" y="86675"/>
            <a:ext cx="220284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2"/>
          <p:cNvSpPr/>
          <p:nvPr/>
        </p:nvSpPr>
        <p:spPr>
          <a:xfrm>
            <a:off x="5509050" y="3830425"/>
            <a:ext cx="2557200" cy="1040100"/>
          </a:xfrm>
          <a:prstGeom prst="wedgeRectCallout">
            <a:avLst>
              <a:gd fmla="val -185037" name="adj1"/>
              <a:gd fmla="val -9799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This is how the file structure looks after creating the project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1455" y="86675"/>
            <a:ext cx="220284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3"/>
          <p:cNvSpPr/>
          <p:nvPr/>
        </p:nvSpPr>
        <p:spPr>
          <a:xfrm>
            <a:off x="3759788" y="1509325"/>
            <a:ext cx="1892700" cy="868200"/>
          </a:xfrm>
          <a:prstGeom prst="wedgeRectCallout">
            <a:avLst>
              <a:gd fmla="val -107252" name="adj1"/>
              <a:gd fmla="val -9891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App.component.html will carry html content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3688500" y="533200"/>
            <a:ext cx="1892700" cy="817200"/>
          </a:xfrm>
          <a:prstGeom prst="wedgeRectCallout">
            <a:avLst>
              <a:gd fmla="val -120992" name="adj1"/>
              <a:gd fmla="val 9060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App.component.css will carry css content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3"/>
          <p:cNvSpPr/>
          <p:nvPr/>
        </p:nvSpPr>
        <p:spPr>
          <a:xfrm>
            <a:off x="3465250" y="3995850"/>
            <a:ext cx="2202900" cy="868200"/>
          </a:xfrm>
          <a:prstGeom prst="wedgeRectCallout">
            <a:avLst>
              <a:gd fmla="val -100861" name="adj1"/>
              <a:gd fmla="val -25635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App.module.ts holds All library details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3759800" y="2536450"/>
            <a:ext cx="1892700" cy="817200"/>
          </a:xfrm>
          <a:prstGeom prst="wedgeRectCallout">
            <a:avLst>
              <a:gd fmla="val -119415" name="adj1"/>
              <a:gd fmla="val -11362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App.component.ts will carry js content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"/>
          <p:cNvSpPr txBox="1"/>
          <p:nvPr>
            <p:ph type="title"/>
          </p:nvPr>
        </p:nvSpPr>
        <p:spPr>
          <a:xfrm>
            <a:off x="660225" y="195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Initial Look of App.component.ts</a:t>
            </a:r>
            <a:endParaRPr b="1"/>
          </a:p>
        </p:txBody>
      </p:sp>
      <p:sp>
        <p:nvSpPr>
          <p:cNvPr id="305" name="Google Shape;305;p3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0031"/>
            <a:ext cx="9144001" cy="3693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5"/>
          <p:cNvSpPr txBox="1"/>
          <p:nvPr>
            <p:ph type="title"/>
          </p:nvPr>
        </p:nvSpPr>
        <p:spPr>
          <a:xfrm>
            <a:off x="660225" y="195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Initial Look of App.component.html</a:t>
            </a:r>
            <a:endParaRPr b="1"/>
          </a:p>
        </p:txBody>
      </p:sp>
      <p:sp>
        <p:nvSpPr>
          <p:cNvPr id="312" name="Google Shape;312;p3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6329"/>
            <a:ext cx="9144001" cy="3392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 txBox="1"/>
          <p:nvPr>
            <p:ph type="title"/>
          </p:nvPr>
        </p:nvSpPr>
        <p:spPr>
          <a:xfrm>
            <a:off x="660225" y="195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Initial Look of App.component.css</a:t>
            </a:r>
            <a:endParaRPr b="1"/>
          </a:p>
        </p:txBody>
      </p:sp>
      <p:sp>
        <p:nvSpPr>
          <p:cNvPr id="319" name="Google Shape;319;p3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86702"/>
            <a:ext cx="9144001" cy="4356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Google Shape;3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9666"/>
            <a:ext cx="9143999" cy="2869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4" name="Google Shape;3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300" y="0"/>
            <a:ext cx="77653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/>
          <p:nvPr/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How to Create Modules, Components, Services?</a:t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9"/>
          <p:cNvSpPr txBox="1"/>
          <p:nvPr/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ng g m module_name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ng g c comonent_name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ng g s service_name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Call API from FrontEnd</a:t>
            </a:r>
            <a:endParaRPr b="1"/>
          </a:p>
        </p:txBody>
      </p:sp>
      <p:sp>
        <p:nvSpPr>
          <p:cNvPr id="346" name="Google Shape;346;p4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200" y="1493025"/>
            <a:ext cx="763905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0"/>
          <p:cNvSpPr/>
          <p:nvPr/>
        </p:nvSpPr>
        <p:spPr>
          <a:xfrm>
            <a:off x="6519550" y="2849625"/>
            <a:ext cx="2507700" cy="868200"/>
          </a:xfrm>
          <a:prstGeom prst="wedgeRectCallout">
            <a:avLst>
              <a:gd fmla="val -82810" name="adj1"/>
              <a:gd fmla="val -4112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Call API from Angular Projectc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1"/>
          <p:cNvSpPr txBox="1"/>
          <p:nvPr>
            <p:ph type="title"/>
          </p:nvPr>
        </p:nvSpPr>
        <p:spPr>
          <a:xfrm>
            <a:off x="819150" y="3110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Call API from FrontEnd</a:t>
            </a:r>
            <a:endParaRPr/>
          </a:p>
        </p:txBody>
      </p:sp>
      <p:pic>
        <p:nvPicPr>
          <p:cNvPr id="354" name="Google Shape;35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0300" y="1090600"/>
            <a:ext cx="6958100" cy="37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1" name="Google Shape;36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38" y="228600"/>
            <a:ext cx="8543925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2"/>
          <p:cNvSpPr/>
          <p:nvPr/>
        </p:nvSpPr>
        <p:spPr>
          <a:xfrm>
            <a:off x="6519550" y="2849625"/>
            <a:ext cx="2507700" cy="868200"/>
          </a:xfrm>
          <a:prstGeom prst="wedgeRectCallout">
            <a:avLst>
              <a:gd fmla="val -82810" name="adj1"/>
              <a:gd fmla="val -4112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Showing Data in app.component.html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9" name="Google Shape;36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350" y="340500"/>
            <a:ext cx="7203299" cy="48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3"/>
          <p:cNvSpPr/>
          <p:nvPr/>
        </p:nvSpPr>
        <p:spPr>
          <a:xfrm>
            <a:off x="6519550" y="2849625"/>
            <a:ext cx="2507700" cy="868200"/>
          </a:xfrm>
          <a:prstGeom prst="wedgeRectCallout">
            <a:avLst>
              <a:gd fmla="val -82810" name="adj1"/>
              <a:gd fmla="val -4112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Write down </a:t>
            </a:r>
            <a:r>
              <a:rPr b="1" lang="en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ng serve</a:t>
            </a: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and see the database data in UI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4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XAMPP Installation Process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4874"/>
            <a:ext cx="4338076" cy="372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5"/>
          <p:cNvPicPr preferRelativeResize="0"/>
          <p:nvPr/>
        </p:nvPicPr>
        <p:blipFill rotWithShape="1">
          <a:blip r:embed="rId4">
            <a:alphaModFix/>
          </a:blip>
          <a:srcRect b="0" l="2124" r="0" t="3438"/>
          <a:stretch/>
        </p:blipFill>
        <p:spPr>
          <a:xfrm>
            <a:off x="4436500" y="494875"/>
            <a:ext cx="4534150" cy="372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5"/>
          <p:cNvSpPr txBox="1"/>
          <p:nvPr/>
        </p:nvSpPr>
        <p:spPr>
          <a:xfrm>
            <a:off x="1201925" y="2359650"/>
            <a:ext cx="73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5"/>
          <p:cNvSpPr txBox="1"/>
          <p:nvPr/>
        </p:nvSpPr>
        <p:spPr>
          <a:xfrm>
            <a:off x="7107625" y="2359650"/>
            <a:ext cx="73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825" y="397675"/>
            <a:ext cx="4234176" cy="3523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7900" y="401025"/>
            <a:ext cx="4234175" cy="3517091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6"/>
          <p:cNvSpPr txBox="1"/>
          <p:nvPr/>
        </p:nvSpPr>
        <p:spPr>
          <a:xfrm>
            <a:off x="1201925" y="2359650"/>
            <a:ext cx="73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6"/>
          <p:cNvSpPr txBox="1"/>
          <p:nvPr/>
        </p:nvSpPr>
        <p:spPr>
          <a:xfrm>
            <a:off x="6285700" y="2359650"/>
            <a:ext cx="73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81649" cy="376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2400"/>
            <a:ext cx="4419601" cy="3719577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7"/>
          <p:cNvSpPr txBox="1"/>
          <p:nvPr/>
        </p:nvSpPr>
        <p:spPr>
          <a:xfrm>
            <a:off x="1201925" y="2359650"/>
            <a:ext cx="7335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5</a:t>
            </a:r>
            <a:endParaRPr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7"/>
          <p:cNvSpPr txBox="1"/>
          <p:nvPr/>
        </p:nvSpPr>
        <p:spPr>
          <a:xfrm>
            <a:off x="6230550" y="2907575"/>
            <a:ext cx="11025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6</a:t>
            </a:r>
            <a:endParaRPr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Wait </a:t>
            </a:r>
            <a:r>
              <a:rPr lang="en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until</a:t>
            </a:r>
            <a:r>
              <a:rPr lang="en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it’s finished</a:t>
            </a:r>
            <a:endParaRPr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